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84C7">
              <a:alpha val="12000"/>
            </a:srgbClr>
          </a:solidFill>
          <a:ln w="12700">
            <a:solidFill>
              <a:srgbClr val="0284C7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Monitoreo de Gimnasio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Suscripción &amp; Control de Acceso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932688" cy="347472"/>
          </a:xfrm>
          <a:prstGeom prst="roundRect">
            <a:avLst>
              <a:gd name="adj" fmla="val 21053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9928" y="3017520"/>
            <a:ext cx="813816" cy="347472"/>
          </a:xfrm>
          <a:prstGeom prst="roundRect">
            <a:avLst>
              <a:gd name="adj" fmla="val 21053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9928" y="3017520"/>
            <a:ext cx="813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60904" y="3017520"/>
            <a:ext cx="2359152" cy="347472"/>
          </a:xfrm>
          <a:prstGeom prst="roundRect">
            <a:avLst>
              <a:gd name="adj" fmla="val 21053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301752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57216" y="3017520"/>
            <a:ext cx="2002536" cy="347472"/>
          </a:xfrm>
          <a:prstGeom prst="roundRect">
            <a:avLst>
              <a:gd name="adj" fmla="val 21053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3017520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96912" y="301752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301752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356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252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acceso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07008" y="1618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membresía vencida ingresan sin restricción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9144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3560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1252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Aforo descontrolado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96128" y="1618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grupales superan su capacidad máxima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7432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743200"/>
            <a:ext cx="9144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2724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volátiles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07008" y="33101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persistencia, la información se pierde al cerrar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7432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743200"/>
            <a:ext cx="91440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27248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sin seguimiento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96128" y="33101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registra qué ejercicios hace cada cliente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1005840"/>
            <a:ext cx="914400" cy="9144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11556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794760" y="1005840"/>
            <a:ext cx="914400" cy="9144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115568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MVC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629400" y="1005840"/>
            <a:ext cx="914400" cy="9144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115568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2029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.dat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508760" y="1463040"/>
            <a:ext cx="1371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343400" y="1463040"/>
            <a:ext cx="13716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5760" y="2606040"/>
            <a:ext cx="4069080" cy="493776"/>
          </a:xfrm>
          <a:prstGeom prst="rect">
            <a:avLst>
              <a:gd name="adj" fmla="val 9259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5488" y="2761488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9808" y="2606040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cliente con plan Básico / Plus / VIP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" y="3264408"/>
            <a:ext cx="4069080" cy="493776"/>
          </a:xfrm>
          <a:prstGeom prst="rect">
            <a:avLst>
              <a:gd name="adj" fmla="val 9259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" y="3419856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9808" y="326440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acceso según membresía vigente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" y="3922776"/>
            <a:ext cx="4069080" cy="493776"/>
          </a:xfrm>
          <a:prstGeom prst="rect">
            <a:avLst>
              <a:gd name="adj" fmla="val 9259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5488" y="4078224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9808" y="3922776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cupo en clase grupal (CrossFit, Spinning, Yoga)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54880" y="2606040"/>
            <a:ext cx="4069080" cy="493776"/>
          </a:xfrm>
          <a:prstGeom prst="rect">
            <a:avLst>
              <a:gd name="adj" fmla="val 9259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64608" y="2761488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38928" y="2606040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rutina diaria de entrenamiento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54880" y="3264408"/>
            <a:ext cx="4069080" cy="493776"/>
          </a:xfrm>
          <a:prstGeom prst="rect">
            <a:avLst>
              <a:gd name="adj" fmla="val 9259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64608" y="3419856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38928" y="3264408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estadísticas: horas pico y membresías por vencer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754880" y="3922776"/>
            <a:ext cx="4069080" cy="493776"/>
          </a:xfrm>
          <a:prstGeom prst="rect">
            <a:avLst>
              <a:gd name="adj" fmla="val 9259"/>
            </a:avLst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864608" y="4078224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138928" y="3922776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y recuperar datos mediante serialización .dat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— ARQUITECTURA MVC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37744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103120"/>
            <a:ext cx="2377440" cy="50292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ClaseGrupal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6974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9272" y="960120"/>
            <a:ext cx="2377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9601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19272" y="15087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GimnasioControlador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19272" y="2103120"/>
            <a:ext cx="2377440" cy="50292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9272" y="26974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9272" y="3291840"/>
            <a:ext cx="2377440" cy="50292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960120"/>
            <a:ext cx="2377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9601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150876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VentanaPrincipal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2103120"/>
            <a:ext cx="2377440" cy="50292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PanelClientes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26974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PanelClases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3291840"/>
            <a:ext cx="2377440" cy="50292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PanelRutinas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PanelEstadisticas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633472" y="2331720"/>
            <a:ext cx="658368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24144" y="2331720"/>
            <a:ext cx="65836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202996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→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0299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63240" y="4343400"/>
            <a:ext cx="301752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407408"/>
            <a:ext cx="292608" cy="29260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3547872" y="434340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clientes.dat   clases.dat   rutinas.dat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590288" y="4069080"/>
            <a:ext cx="0" cy="2743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7432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9509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" y="1133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" y="1389888"/>
            <a:ext cx="2743200" cy="208483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988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 : 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nombre : 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0848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cedula : String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4323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planNombre : String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77977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fechaCaducidad : LocalDate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1272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activo : boolean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3474720"/>
            <a:ext cx="2743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" y="3474720"/>
            <a:ext cx="2743200" cy="1042416"/>
          </a:xfrm>
          <a:prstGeom prst="rect">
            <a:avLst/>
          </a:prstGeom>
          <a:solidFill>
            <a:srgbClr val="1621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747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isActivo() : boolean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38221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getFechaCaducidad()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1696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toString()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743200" cy="475488"/>
          </a:xfrm>
          <a:prstGeom prst="rect">
            <a:avLst/>
          </a:prstGeom>
          <a:solidFill>
            <a:srgbClr val="0E5F85"/>
          </a:solidFill>
          <a:ln w="12700">
            <a:solidFill>
              <a:srgbClr val="0E5F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9509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1133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ClaseGrupal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1389888"/>
            <a:ext cx="2743200" cy="208483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38988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 : 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1737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nombre : String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0848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horario : String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24323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aforoMaximo : 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77977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reservas : int[ 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1272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totalReservados : 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3474720"/>
            <a:ext cx="2743200" cy="1042416"/>
          </a:xfrm>
          <a:prstGeom prst="rect">
            <a:avLst/>
          </a:prstGeom>
          <a:solidFill>
            <a:srgbClr val="1621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4747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hayCupo() : boolean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8221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agregarReserva(id)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416966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clienteYaReservado(id)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914400"/>
            <a:ext cx="2743200" cy="475488"/>
          </a:xfrm>
          <a:prstGeom prst="rect">
            <a:avLst/>
          </a:prstGeom>
          <a:solidFill>
            <a:srgbClr val="7C3D8F"/>
          </a:solidFill>
          <a:ln w="12700">
            <a:solidFill>
              <a:srgbClr val="7C3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95097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1133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1389888"/>
            <a:ext cx="2743200" cy="208483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38988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 : int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1737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clienteId : int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20848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claseNombre : String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24323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descripcion : String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277977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fecha : LocalDate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31272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ejercicios : String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3474720"/>
            <a:ext cx="2743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474720"/>
            <a:ext cx="2743200" cy="694944"/>
          </a:xfrm>
          <a:prstGeom prst="rect">
            <a:avLst/>
          </a:prstGeom>
          <a:solidFill>
            <a:srgbClr val="1621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4747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getFecha() : LocalDate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0" y="38221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toString()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GimnasioControlador gestiona las tres entidades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MODELO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97510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09728" cy="19751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332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Cliente.java — atributos principales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99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Cliente implements Serializable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73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int id;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947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String nombre, cedula, planNombre;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221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LocalDate fechaCaducidad;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boolean activo;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51960" cy="197510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109728" cy="19751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0332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ClaseGrupal.java — control de aforo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3990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int[] reservas; // arreglo nativo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16733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boolean agregarReserva(int clienteId) {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947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(!hayCupo()) return false;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22219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reservas[totalReservados++] = clienteId;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496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return true;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099816"/>
            <a:ext cx="8686800" cy="170078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099816"/>
            <a:ext cx="109728" cy="17007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17296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Rutina.java — una rutina por día por cliente (clave de unicidad: clienteId + fecha)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538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Rutina implements Serializable {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8130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int id, clienteId;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4087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String claseNombre, descripcion, ejercicios;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361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LocalDate fecha;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CONTROLADOR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22494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68680"/>
            <a:ext cx="109728" cy="22494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418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validarAcceso() — control de membresía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07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String validarAcceso(int clienteId)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581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Cliente c = buscarClientePorId(clienteId);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856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(c == null) return "ERROR: no encontrado";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130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(LocalDate.now().isAfter(c.getFechaCaducidad()))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return "ACCESO DENEGADO: membresía vencida";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return "ACCESO PERMITIDO: " + c.getNombre();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206240" cy="22494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868680"/>
            <a:ext cx="109728" cy="22494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9418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reservarClase() — verificar cupo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1307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String reservarClase(int cliId, int claseId) {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1581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(!validarAcceso(cliId).startsWith("ACCESO PERMITIDO"))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1856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return "ACCESO DENEGADO";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2130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(clase.clienteYaReservado(cliId)) return "Ya reservado";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(!clase.hayCupo()) return "Sin cupos";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clase.agregarReserva(cliId);  return "Reserva exitosa";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246120"/>
            <a:ext cx="4206240" cy="197510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246120"/>
            <a:ext cx="109728" cy="1975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3192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mostrarHorasPico() — burbuja sobre arreglo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3685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ClaseGrupal[] arr = clases.toArray(new ClaseGrupal[0]);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959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(int i = 0; i &lt; arr.length - 1; i++)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4233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(int j = 0; j &lt; arr.length-1-i; j++)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4507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if (arr[j].getTotal() &lt; arr[j+1].getTotal()) {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4782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ClaseGrupal t=arr[j]; arr[j]=arr[j+1]; arr[j+1]=t; }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246120"/>
            <a:ext cx="4206240" cy="2249424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246120"/>
            <a:ext cx="109728" cy="22494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33192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 — guardar y cargar .dat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0328" y="3685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Guardar lista al archivo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3959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ObjectOutputStream(new FileOutputStream(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0328" y="4233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"dat/clientes.dat")).writeObject(clientes);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0328" y="4507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Cargar al iniciar la app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0328" y="4782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= (ArrayList&lt;Cliente&gt;)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0328" y="5056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 ObjectInputStream(new FileInputStream(...)).readObject();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— VISTA (Swing)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2249424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109728" cy="22494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418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VentanaPrincipal — estructura con pestañas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07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class VentanaPrincipal extends JFrame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581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GimnasioControlador ctrl = new GimnasioControlador();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856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JTabbedPane tabs = new JTabbedPane();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130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tabs.add("Clientes", new PanelClientes(ctrl));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tabs.add("Clases",   new PanelClases(ctrl));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tabs.add("Rutinas",  new PanelRutinas(ctrl));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251960" cy="2523744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68680"/>
            <a:ext cx="109728" cy="25237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94183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PanelClientes — acción Registrar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307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btnRegistrar.addActionListener(e -&gt; {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5819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String result = controlador.registrarCliente(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856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txtNombre.getText(),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130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txtCedula.getText(),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404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txtPlan.getText(),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6791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LocalDate.parse(txtInicio.getText())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9535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);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35204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paneles de la aplicación: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904488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904488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9410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PanelClientes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41696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acceso y alertas de vencimiento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904488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904488"/>
            <a:ext cx="9144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9410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PanelClases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41696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clases grupales y reservas de cupo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498848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4498848"/>
            <a:ext cx="914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5354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PanelRutinas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9768" y="47640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rutinas diarias por cliente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4498848"/>
            <a:ext cx="4251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4498848"/>
            <a:ext cx="9144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45354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PanelEstadisticas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47640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pico y membresías por vencer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POO APLICADOS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07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privados con getters/setters en todas las clases del modelo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070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3632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Serialización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64992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Serializable para persistir objetos en archivos .dat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72200" y="1005840"/>
            <a:ext cx="2743200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2070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85432" y="11704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&amp; Arrays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336792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para colecciones dinámicas; int[] para aforo fijo de clases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28600" y="2926080"/>
            <a:ext cx="2743200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12724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32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93192" y="3611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puro, Vista con Swing, Controlador centraliza la lógica de negocio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127248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13632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Ordenamiento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64992" y="3611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Burbuja sobre arreglo de ClaseGrupal para calcular las horas pico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72200" y="2926080"/>
            <a:ext cx="2743200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27248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85432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336792" y="3611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cédulas duplicadas, acceso por membresía, cupo disponible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768" y="960120"/>
            <a:ext cx="822960" cy="8229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132588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304288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30428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 automáticamente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371600"/>
            <a:ext cx="137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96012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2808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91640" y="1920240"/>
            <a:ext cx="13258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2304288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230428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fechas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1371600"/>
            <a:ext cx="13716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55848" y="9601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154680" y="1920240"/>
            <a:ext cx="13258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2304288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30428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según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 vigente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1371600"/>
            <a:ext cx="1371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96012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617720" y="1920240"/>
            <a:ext cx="132588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2304288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30428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en clase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grupal disponible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1371600"/>
            <a:ext cx="1371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81928" y="96012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080760" y="1920240"/>
            <a:ext cx="132588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80760" y="2304288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230428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rutina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día/cliente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1371600"/>
            <a:ext cx="13716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44968" y="96012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44968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543800" y="1920240"/>
            <a:ext cx="132588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43800" y="19202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43800" y="2304288"/>
            <a:ext cx="1325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2304288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.dat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356616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548640" y="4297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Modelo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51760" y="356616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2651760" y="4297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Central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356616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54" name="Text 52"/>
          <p:cNvSpPr/>
          <p:nvPr/>
        </p:nvSpPr>
        <p:spPr>
          <a:xfrm>
            <a:off x="4754880" y="4297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de Vista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3566160"/>
            <a:ext cx="1737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6858000" y="4297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.dat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284C7">
              <a:alpha val="10000"/>
            </a:srgbClr>
          </a:solidFill>
          <a:ln w="12700">
            <a:solidFill>
              <a:srgbClr val="0284C7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listo para producción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GimnasioMVC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92608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880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clara y extensible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3375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serialización de objetos Java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84048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7947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aforo con arreglos nativos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29768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42519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membresía en tiempo real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7863840" cy="0"/>
          </a:xfrm>
          <a:prstGeom prst="line">
            <a:avLst/>
          </a:prstGeom>
          <a:noFill/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Orientada a Objetos  ·  Java + Swing + MVC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Monitoreo de Gimnasio - MVC</dc:title>
  <dc:subject>PptxGenJS Presentation</dc:subject>
  <dc:creator>PptxGenJS</dc:creator>
  <cp:lastModifiedBy>PptxGenJS</cp:lastModifiedBy>
  <cp:revision>1</cp:revision>
  <dcterms:created xsi:type="dcterms:W3CDTF">2026-05-28T00:57:59Z</dcterms:created>
  <dcterms:modified xsi:type="dcterms:W3CDTF">2026-05-28T00:57:59Z</dcterms:modified>
</cp:coreProperties>
</file>